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822960" cy="25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FINAL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NEXIS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A Multi-Agent Autonomous Engineering Platform with Closed-Loop Fault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D4ED8"/>
                </a:solidFill>
                <a:latin typeface="Times New Roman"/>
              </a:rPr>
              <a:t>Live in production at nexis.sh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Under the guidance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Times New Roman"/>
              </a:rPr>
              <a:t>Dr. Kazi Muheymin-Us-Sakib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988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Professor, Institute of Information Technology, University of Dhaka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Times New Roman"/>
              </a:rPr>
              <a:t>Ratul Sikder   |   Roll: 2506102   |   EMIT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Institute of Information Technology, University of Dhaka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SECTION A —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What Is NEXIS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A1A"/>
                </a:solidFill>
                <a:latin typeface="Times New Roman"/>
              </a:rPr>
              <a:t>NEXIS is a multi-tenant SaaS platform that models a software engineering team as nine role-specialised AI agents. It detects a production fault the moment it occurs, determines its root cause, synthesises and validates a repair, and deploys it — with a single human approval gate as the only point of manual intervention.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Core Guarantees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881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Proactive Detection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faults surfaced in seconds via streaming telemetry, not discovered hours later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Causal Root Cause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graph traversal of real service dependencies, not keyword matching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Constrained Repair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LLM-generated patches bound by formal architecture contracts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Shadow Validation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every patch executed in a locked-down sandbox before a human sees it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Single Human Gate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nothing reaches production without an explicit approve / reject / modify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SECTION B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Why This Needed To Be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3/12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The Cost of Unresolved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9656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$9,000 / minute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average enterprise downtime cost — ITIL Global Survey,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19656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$10B+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3969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total CrowdStrike outage remediation — Parametrix Insurance,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34056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$2.3B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5409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Microsoft Azure / M365 outage, January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734056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$300B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05409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global enterprise IT outage losses — ITIL Global Survey,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48456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40–60%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6849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of engineer time spent on maintenance, not development — DORA State of DevOps,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48456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81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6849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mean time to respond to a production incident — Atlassian, 2024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06440"/>
            <a:ext cx="10908792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D4ED8"/>
                </a:solidFill>
                <a:latin typeface="Times New Roman"/>
              </a:rPr>
              <a:t>Monitoring tools detect symptoms. None of them diagnose, repair, and validate a fix autonomously.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SECTION C —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A Two-Layer 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4/12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Layer 2 — Self-Healing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92224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Sentinel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always-on fault detector (streaming telemetry)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Pathfinder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root-cause localisation over the code dependency graph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Synthesiser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classifies the incident, generates the repair patch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Validator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shadow-executes the patch in an isolated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26464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Layer 1 — Execution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92224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Architect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decomposes the incident into a structured repair plan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Backend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generates the minimal-diff code patch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QA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writes property-based tests for the patch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DevOps / Data Engineer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deployment manifests and schema migrations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10908792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7939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The Human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45152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Every candidate patch stops at a severity-classified Approval Gate before deployment. The engineer chooses Approve, Reject, or Modify — an edited diff is captured as RLHF training data. GitOps opens the pull request only after that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23560"/>
            <a:ext cx="10908792" cy="594360"/>
          </a:xfrm>
          <a:prstGeom prst="rect">
            <a:avLst/>
          </a:prstGeom>
          <a:solidFill>
            <a:srgbClr val="EAF1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Detect  →  Diagnose  →  Plan  →  Patch  →  Test  →  Approve  →  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FULL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Everything Built Into NEXIS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5/12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108813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Self-Healing Core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9 specialised agents, Temporal-durable orchestration, severity-classified Approval Gate (Approve / Reject / Modify), RLHF feedback export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Identity &amp; Access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JWT sessions, WorkOS SSO, MFA (TOTP), API keys, magic-link login, session/device management, PostgreSQL row-level multi-tenant isolation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Preview-Deploy Engine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automatic stack detection, Dockerfile generation, containerised build and run, live HTTP verification, failures routed into the same recovery pipeline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Intelligent Operations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heuristic, explainable role-recommendation engine; hash-chained tamper-evident audit log; daily admin digest email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Observability &amp; Cost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KPI dashboard (MTTR, recovery rate), per-agent token/cost ledger, system health probes, performance monitoring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Integrations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GitHub App (PR automation), Sentry, Datadog, PagerDuty, Slack (interactive approvals), ArgoCD, Stripe billing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Research Tooling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OpenAI-vs-Ollama provider evaluation harness, 11-scenario fault-injection fixture library, NASA-TLX cognitive workload survey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WOW FEATURE 1 —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A Real Fault, Fixed in 1 Minute 40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6/12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D4ED8"/>
                </a:solidFill>
                <a:latin typeface="Times New Roman"/>
              </a:rPr>
              <a:t>1m 40s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0253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A1A1A"/>
                </a:solidFill>
                <a:latin typeface="Times New Roman"/>
              </a:rPr>
              <a:t>detection → diagnosis → patch → tests → approval →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Sentinel detects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the fault the instant it happens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Pathfinder + Architect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trace the root cause and write a plan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Backend writes the patch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 real generated code diff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QA + Validator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generate and run tests in a locked sandbox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A human approves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and the pipeline ships it — Succeeded</a:t>
            </a:r>
          </a:p>
        </p:txBody>
      </p:sp>
      <p:pic>
        <p:nvPicPr>
          <p:cNvPr id="9" name="Picture 8" descr="40-incident-full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81328"/>
            <a:ext cx="5166360" cy="45492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0" y="1481328"/>
            <a:ext cx="5166360" cy="4549267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6085459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1A1A1A"/>
                </a:solidFill>
                <a:latin typeface="Times New Roman"/>
              </a:rPr>
              <a:t>Fig. 1 — Real RecoveryPipeline run, nexis.sh console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WOW FEATURE 2 —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It Writes Real Code, Not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7/12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5486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This is the raw, unedited event the Backend agent produced on a real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9736"/>
            <a:ext cx="5394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Real model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qwen2.5-coder:14b, provider “ollama” — logged on every run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Real output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 genuine unified diff, not a canned string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Real accounting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input / output tokens and cost, per agent, per run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Fully inspectable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every agent's raw JSON payload is one click away</a:t>
            </a:r>
          </a:p>
        </p:txBody>
      </p:sp>
      <p:pic>
        <p:nvPicPr>
          <p:cNvPr id="8" name="Picture 7" descr="41-backend-payload-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81328"/>
            <a:ext cx="4484914" cy="4709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1481328"/>
            <a:ext cx="4484914" cy="470916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6245352"/>
            <a:ext cx="44849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1A1A1A"/>
                </a:solidFill>
                <a:latin typeface="Times New Roman"/>
              </a:rPr>
              <a:t>Fig. 2 — Backend agent payload, raw 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WOW FEATURE 3 —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When Nobody Answers, Nothing 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8/12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5486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A second real run. The approval window closed with no answer — so the platform refused to 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42616"/>
            <a:ext cx="5394960" cy="960120"/>
          </a:xfrm>
          <a:prstGeom prst="rect">
            <a:avLst/>
          </a:prstGeom>
          <a:solidFill>
            <a:srgbClr val="EAF1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779776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1D4ED8"/>
                </a:solidFill>
                <a:latin typeface="Times New Roman"/>
              </a:rPr>
              <a:t>“Timed out” is not a failure here — it is the safety design working exactly as intended.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31336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Fail-closed by design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silence is treated as refusal, never as consent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Nothing ships unreviewed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not even a patch that passed every test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Every outcome recorded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honestly, including the runs that don't ship</a:t>
            </a:r>
          </a:p>
        </p:txBody>
      </p:sp>
      <p:pic>
        <p:nvPicPr>
          <p:cNvPr id="10" name="Picture 9" descr="39-incident-approved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81328"/>
            <a:ext cx="5023104" cy="4709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0" y="1481328"/>
            <a:ext cx="5023104" cy="470916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6245352"/>
            <a:ext cx="5023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1A1A1A"/>
                </a:solidFill>
                <a:latin typeface="Times New Roman"/>
              </a:rPr>
              <a:t>Fig. 3 — Timeout-rejected run, nexis.sh console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WOW FEATURE 4 —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Give It a Broken Repo — It Figures Out How to Run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9/12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Times New Roman"/>
              </a:rPr>
              <a:t>Real public repository, zero Dockerfile: heroku/node-js-getting-started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A1A1A"/>
                </a:solidFill>
                <a:latin typeface="Times New Roman"/>
              </a:rPr>
              <a:t>Fig. 4 — Live deploy-engine transcript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85416"/>
            <a:ext cx="6583680" cy="3246120"/>
          </a:xfrm>
          <a:prstGeom prst="rect">
            <a:avLst/>
          </a:prstGeom>
          <a:solidFill>
            <a:srgbClr val="1A1A1A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621792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POST /v1/deploy   (repo has no Dockerfile)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→ 200 OK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  detected_stack: "node"    dockerfile_source: "generated"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  build_log: "...npm ci... EXPOSE 3000... CMD [\"npm\",\"start\"]..."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  container_log: "Listening on 3000"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GET http://localhost:54671/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→ real rendered HTML of the running app — verified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POST /v1/deploy/test-e2e-001/stop → {"status":"stopped"}; container removed.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02536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Detects the stack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from marker files alone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Writes a working Dockerfile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from nothing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Builds, runs, and verifies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it is alive over real HTTP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Cleans up after itself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automatically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Build failures feed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the same self-healing pipeline as any other incident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RIGOR &amp;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Proof, Not Promises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10/12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Verification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65376"/>
            <a:ext cx="5257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100% clean builds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4 Go services: build, vet, and test, zero errors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38 backend tests passing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causal-inference service, full pytest suite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3 live end-to-end runs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2 recovery pipelines + 1 deploy-engine, all real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2 real bugs found &amp; fixed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 silent JWT clock bug; a reserved-keyword migration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65376"/>
            <a:ext cx="52578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No production PR merges yet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GitHub App / vendor credentials aren't connected; the path is built and tested, not exercised live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1 of 27 demo scenarios wired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the rest are UI-complete, backend-pending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Root-cause ranking is a proxy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an honest statistical method, not yet a fitted causal model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No formal load testing yet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timings shown are real single-run measurements, not a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806440"/>
            <a:ext cx="10908792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D4ED8"/>
                </a:solidFill>
                <a:latin typeface="Times New Roman"/>
              </a:rPr>
              <a:t>None of this is hidden behind softer wording — the boundary of the evidence is drawn exactly where the evidence stops.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A1A"/>
                </a:solidFill>
                <a:latin typeface="Times New Roman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25296"/>
            <a:ext cx="10908792" cy="1587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11/12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45336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Go fully credentialed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connect a real GitHub App and production LLM account so approved patches become real, merged pull requests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Finish the scenario library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wire the remaining 26 fault scenarios to real fixtures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Run the human-subjects study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the NASA-TLX workload survey is already built into the product; recruitment is what remains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Formal load benchmarking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characterise throughput and queueing under real concurrent incidents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400" b="1">
                <a:solidFill>
                  <a:srgbClr val="1D4ED8"/>
                </a:solidFill>
                <a:latin typeface="Times New Roman"/>
              </a:rPr>
              <a:t>–  </a:t>
            </a:r>
            <a:r>
              <a:rPr sz="1400" b="1">
                <a:solidFill>
                  <a:srgbClr val="1A1A1A"/>
                </a:solidFill>
                <a:latin typeface="Times New Roman"/>
              </a:rPr>
              <a:t>Fit a real causal model —</a:t>
            </a:r>
            <a:r>
              <a:rPr sz="1400" b="0">
                <a:solidFill>
                  <a:srgbClr val="1A1A1A"/>
                </a:solidFill>
                <a:latin typeface="Times New Roman"/>
              </a:rPr>
              <a:t> once production incident data accumulates, replace the graph-evidence proxy with a fitted DoWhy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D4ED8"/>
                </a:solidFill>
                <a:latin typeface="Times New Roman"/>
              </a:rPr>
              <a:t>Each item builds on architecture that already exists — none of this is a rewrite.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822960" cy="25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Let's Break Something. Right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Nothing about this is scripted inside NEXIS. A real fault is injected from the terminal; the platform detects it on its own and drives the repair — the only human step is the approval decision it was always meant to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4023360" cy="502920"/>
          </a:xfrm>
          <a:prstGeom prst="rect">
            <a:avLst/>
          </a:prstGeom>
          <a:noFill/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Menlo"/>
              </a:rPr>
              <a:t>$ ./scripts/break-it.sh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10908792" cy="127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Times New Roman"/>
              </a:rPr>
              <a:t>nexis.sh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Ratul Sikder  ·  Roll 2506102  ·  Institute of Information Technology, University of Dhaka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