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365760" cy="45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Helvetica"/>
              </a:rPr>
              <a:t>MIDTERM 1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10141F"/>
                </a:solidFill>
                <a:latin typeface="Helvetica"/>
              </a:rPr>
              <a:t>Nexis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10141F"/>
                </a:solidFill>
                <a:latin typeface="Helvetica"/>
              </a:rPr>
              <a:t>A Multi-Agent Autonomous Engineering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Helvetica"/>
              </a:rPr>
              <a:t>with Closed-Loop Fault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1-month progress · ~150h development · daily 1–2 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7200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34533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Helvetica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345338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59669"/>
                </a:solidFill>
                <a:latin typeface="Helvetica"/>
              </a:rPr>
              <a:t>100%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7784" y="4754880"/>
            <a:ext cx="34533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Helvetica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7784" y="5074920"/>
            <a:ext cx="345338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Helvetica"/>
              </a:rPr>
              <a:t>≈ 80%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4048" y="4754880"/>
            <a:ext cx="34533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Helvetica"/>
              </a:rPr>
              <a:t>Phases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4048" y="5074920"/>
            <a:ext cx="345338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9CA3AF"/>
                </a:solidFill>
                <a:latin typeface="Helvetica"/>
              </a:rPr>
              <a:t>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94360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Ratul Sikder · Roll 2506102 · Institute of Information Technology, University of Dhaka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01 ·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Nexis as a black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Inputs are real production signals · Outputs are validated, approved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94560"/>
            <a:ext cx="3657600" cy="2377440"/>
          </a:xfrm>
          <a:prstGeom prst="roundRect">
            <a:avLst/>
          </a:prstGeom>
          <a:solidFill>
            <a:srgbClr val="10141F"/>
          </a:solidFill>
          <a:ln w="12700">
            <a:solidFill>
              <a:srgbClr val="101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74320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elvetica"/>
              </a:rPr>
              <a:t>NEXIS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4290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Helvetica"/>
              </a:rPr>
              <a:t>Closed-loop autonomous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7033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Helvetica"/>
              </a:rPr>
              <a:t>fault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069079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JetBrains Mono"/>
              </a:rPr>
              <a:t>9 agents · 2 layers · 1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3383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338328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Sentry issue (errors, exceptions)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Datadog metric anomaly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PagerDuty alert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GitHub push / commit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Schema drift, API contract breach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Synthetic fault from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383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Helvetica"/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14600"/>
            <a:ext cx="338328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Pull request with synthesised patch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Property-based unit + integration tests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CI workflow + ArgoCD manifest changes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DB migration on schema drift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Slack DM / one-click admin approval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Helvetica"/>
              </a:rPr>
              <a:t>•  </a:t>
            </a:r>
            <a:r>
              <a:rPr sz="1200">
                <a:solidFill>
                  <a:srgbClr val="10141F"/>
                </a:solidFill>
                <a:latin typeface="Helvetica"/>
              </a:rPr>
              <a:t>Audit trail + plain-English summary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69080" y="3291840"/>
            <a:ext cx="182880" cy="274320"/>
          </a:xfrm>
          <a:prstGeom prst="right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909560" y="3291840"/>
            <a:ext cx="182880" cy="27432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elvetica"/>
              </a:rPr>
              <a:t>Operator view: a 3 a.m. page becomes a one-click approval. Most low-risk fixes never reach the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02 · SYSTEM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Dual-layer multi-agent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Layer 2 detects + diagnoses + plans  ·  Layer 1 executes (code, tests, deploys, schema)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08792" cy="18288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LAYER 2 — SELF-HEALING LOOP   (detection · diagnosis · planning · validation)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254203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2677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Fault detection ·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Apache Flink + SPC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2240280"/>
            <a:ext cx="254203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377440"/>
            <a:ext cx="22677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Pathfinder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74320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Causal localisation · DoWhy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06324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Neo4j + DoWhy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2240280"/>
            <a:ext cx="254203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2377440"/>
            <a:ext cx="22677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Synthesiser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74320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LLM-guided patch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06324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GPT-4o · constraint-aware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23376" y="2240280"/>
            <a:ext cx="254203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0536" y="2377440"/>
            <a:ext cx="22677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536" y="274320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Docker shadow execution +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3063240"/>
            <a:ext cx="226771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Hypothesis · property-based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89320" y="3611880"/>
            <a:ext cx="182880" cy="274320"/>
          </a:xfrm>
          <a:prstGeom prst="down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3931920"/>
            <a:ext cx="10908792" cy="18288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Helvetica"/>
              </a:rPr>
              <a:t>LAYER 1 — EXECUTION TEAM   (code · tests · deploy · schema)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34840"/>
            <a:ext cx="2029968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572000"/>
            <a:ext cx="17556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Architect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3776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System design + API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5780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JetBrains Mono"/>
              </a:rPr>
              <a:t>GPT-4o · contract enforce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44368" y="4434840"/>
            <a:ext cx="2029968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4572000"/>
            <a:ext cx="17556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493776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LLM code synthesis · min diff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81528" y="525780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JetBrains Mono"/>
              </a:rPr>
              <a:t>GPT-4o-mini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65776" y="4434840"/>
            <a:ext cx="2029968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2936" y="4572000"/>
            <a:ext cx="17556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QA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493776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Property tests + defect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02936" y="525780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JetBrains Mono"/>
              </a:rPr>
              <a:t>Hypothesis · fast-check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87184" y="4434840"/>
            <a:ext cx="2029968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4" y="4572000"/>
            <a:ext cx="17556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DevOps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4344" y="493776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CI/CD + rollback decisions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4344" y="525780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JetBrains Mono"/>
              </a:rPr>
              <a:t>GitHub Actions + ArgoCD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08592" y="4434840"/>
            <a:ext cx="2029968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5752" y="4572000"/>
            <a:ext cx="17556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Data Engineer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493776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ETL + schema drift recovery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5257800"/>
            <a:ext cx="175564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JetBrains Mono"/>
              </a:rPr>
              <a:t>Postgres + lineage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9 agents · typed Pydantic-style messaging · shared Chroma (vector) + Postgres (relational)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03 ·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Microservices +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All adapters behind ports · provider swaps are 1-file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71323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7132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745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Next.js 16 · React 19 · Admin Dashboard + Marketing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908792" cy="71323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73152" cy="713232"/>
          </a:xfrm>
          <a:prstGeom prst="rect">
            <a:avLst/>
          </a:prstGeom>
          <a:solidFill>
            <a:srgbClr val="10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Control-plane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33472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Go + chi · Auth · RLS · Temporal client · agent registry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9544"/>
            <a:ext cx="10908792" cy="71323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09544"/>
            <a:ext cx="73152" cy="7132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28416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Agent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392424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Temporal workflows · 9 activity handlers · approval signal/timer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10908792" cy="71323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68496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Sidecars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51376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Validator (Docker sandbox) · GitOps (PR opener) · Causal-inference (Python)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27448"/>
            <a:ext cx="10908792" cy="71323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27448"/>
            <a:ext cx="73152" cy="713232"/>
          </a:xfrm>
          <a:prstGeom prst="rect">
            <a:avLst/>
          </a:prstGeom>
          <a:solidFill>
            <a:srgbClr val="10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Data +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910328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PostgreSQL 16 (RLS+pgvector) · Chroma · Neo4j · MinIO ·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400"/>
            <a:ext cx="10908792" cy="71323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486400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66928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"/>
              </a:rPr>
              <a:t>OpenTelemetry · Prometheus · Grafana · Loki · Tempo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Port + adapter pattern enforced via go-arch-lint  ·  56% Go test coverage  ·  RLS hardened with WITH CHECK on 23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04 ·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PostgreSQL 16 + RLS · 31 tables across 7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Every tenant table has FORCE ROW LEVEL SECURITY + WITH CHECK · audit_log + integrations on dual 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9359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359359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331927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IDENTITY +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organizations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52344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org_members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64408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magic_tokens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api_keys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76472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org_invites · invite_codes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691640"/>
            <a:ext cx="359359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1691640"/>
            <a:ext cx="359359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856232"/>
            <a:ext cx="331927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WORKSPACES +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24028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workspaces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496312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752344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008376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webhook_deliveries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264408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audit_log · audit_anchors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1691640"/>
            <a:ext cx="359359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1691640"/>
            <a:ext cx="359359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1856232"/>
            <a:ext cx="331927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Helvetica"/>
              </a:rPr>
              <a:t>RECOVERY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24028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workflow_runs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2496312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activity_events  (per-agent rows)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2752344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incidents_raw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3008376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approval_decisions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264408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code_embeddings  (pgvector 1536)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352044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slack_notifications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82596" y="4069080"/>
            <a:ext cx="3593592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82596" y="4069080"/>
            <a:ext cx="359359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5476" y="4233672"/>
            <a:ext cx="331927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Helvetica"/>
              </a:rPr>
              <a:t>BILLING + USAGE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11196" y="461772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token_budgets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11196" y="4873752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token_ledger  (per-agent cost)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1196" y="5129784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usage_records  (per-hour metering)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1196" y="5385816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payment_methods · invoices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11196" y="5641848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entitlements · stripe_events_processed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7628" y="4069080"/>
            <a:ext cx="3593592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67628" y="4069080"/>
            <a:ext cx="359359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0508" y="4233672"/>
            <a:ext cx="331927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Helvetica"/>
              </a:rPr>
              <a:t>EVAL + RESEARCH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6228" y="4617720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eval_runs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6228" y="4873752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eval_transcripts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6228" y="5129784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nasa_tlx_responses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6228" y="5385816"/>
            <a:ext cx="32278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0141F"/>
                </a:solidFill>
                <a:latin typeface="JetBrains Mono"/>
              </a:rPr>
              <a:t>·  waitlist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05 · DATABASE MICROSERVICES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16-service orchestration (docker compose up)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Healthchecks · restart policies · memory limits · per-service log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6118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361188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Next.js 16 · :3000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80944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Control-plane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55264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Go + chi · 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30168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Docker sandbox 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GitOps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53712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GitHub App PR opener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28616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Causal-inference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02936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Python FastAPI · :8090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1691640"/>
            <a:ext cx="36118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6824" y="1691640"/>
            <a:ext cx="36118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1874520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Helvetica"/>
              </a:rPr>
              <a:t>DATA +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331720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Postgres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2606040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+ pgvector · RLS hardened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2980944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255264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Cache · rate-limit buckets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3630168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MinIO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904488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Patch storage · S3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279392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Neo4j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553712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Dependency codegraph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4928616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Temporal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5202936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Workflow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1691640"/>
            <a:ext cx="36118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1691640"/>
            <a:ext cx="3611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8" y="1874520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Helvetica"/>
              </a:rPr>
              <a:t>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2331720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OTel Collector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2606040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OTLP gateway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2980944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Prometheus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3255264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3630168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Grafana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3904488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Dashboards · :3030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4279392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Loki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4553712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Logs · 14-day retention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4928616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Tempo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2168" y="5202936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Trace 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5577840"/>
            <a:ext cx="3246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141F"/>
                </a:solidFill>
                <a:latin typeface="Helvetica"/>
              </a:rPr>
              <a:t>MailHog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5852160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Dev SMTP · :8025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Workstation reproducibility: 1 command boots the full stack — every service has a healthcheck and a restart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06 · OVERALL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Four-phase plan from proposal · current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Source: fyp.pdf Strategy &amp; Timeline, 26-week 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User System · Admin Dashboard ·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6858000" cy="29260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685800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180136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4028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Tasks 1–6 complete · auth, RLS, dashboard,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Self-Healing Loop · Execution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880360"/>
            <a:ext cx="6858000" cy="29260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2880360"/>
            <a:ext cx="548640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285292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Helvetica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9184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Tasks 7–11 complete · Sentinel/Pathfinder/Synthesiser/Validator built · pending: full Apache Flink streaming + OpenLineage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Remaining Agents · RLHF · Full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931920"/>
            <a:ext cx="6858000" cy="29260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0" y="3931920"/>
            <a:ext cx="274320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9044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Helvetica"/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4340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Architect/QA/DevOps already built ahead of schedule · RLHF loop + full agent integration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Reporting · Evaluation · Submission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983480"/>
            <a:ext cx="6858000" cy="29260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0" y="4983480"/>
            <a:ext cx="685800" cy="292608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495604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Helvetica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39496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Reporting feed built · NASA-TLX modal in place · fault-injection benchmark + final report 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Built in ~150 hours over 4 weeks. Most of Phase 3's agents were built ahead of schedule during Phase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07 ·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Phase 1 — User System, Admin Dashboard &amp; Web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All Phase 1 modules (Tasks 1–4) complete · Web UI ships across every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4132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PHASE 1 — USER SYSTEM + 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1 · Project setup +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Go + Next.js monorepo · docker-compose · port/adapter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2 · User registration +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163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Email/password · JWT session · MFA enrol/verify · magic-token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2 · Session + password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735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Session cookie · Redis cache · MFA enforcement · reset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3 · Role management (Admin · Engineer · Viewer)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307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RBAC middleware on every route · invite-code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3 · Intelligent role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879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Login anomaly flags · audit-log driven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4 · Admin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451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Live agent fleet · incidents · approvals · system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4 · Intelligent alerts + risk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023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Severity classifier · auto-resolve low-risk · escalate high-risk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035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035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4 · One-click approval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595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Approve / reject dialog · countdown · Slack DM · ArgoCD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7607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4 · Audit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0167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HMAC-chained log · CSV export · 27 RLS policies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1691640"/>
            <a:ext cx="54132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WEB UI — ADMIN CONSOLE + MARKETING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1031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21031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26 console surfaces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23591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Dashboard · Projects · Incidents · Approvals · Audit · Agents · Workflows · Activity · Validator · Performance · Cost · Health · Integrations · Webhooks · Connections · Recovery · Eval · Live Demo · Knowledge · 7 settings pages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25603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25603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13 marketing pages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28163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Product · Pricing · Docs · Changelog · Status · About · Careers · Contact · Privacy · Terms · Security · 404 ·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30175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0175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Light + dark themes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32735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Tailwind v4 · @theme inline · WCAG-AA contrast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34747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34747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9 reusable chart primitives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37307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Recharts · LineArea · StackedBar · Donut · Heatmap · KPI · Sparkline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9319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39319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Accessibility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41879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Skip-to-content · focus traps · aria-labels · keyboard nav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44768" y="43891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43891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Error + Loading boundaries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46451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Per-scope error.tsx + loading.tsx · graceful 404 + 5xx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48463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48463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Mobile responsive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51023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Sidebar Sheet · Topbar hamburger · tables overflow-x-auto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44768" y="53035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53035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28-provider integration catalog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55595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6 categories · brand-logo tiles · 6 live · 22 roadmap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44768" y="57607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0528" y="57607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Zero lint errors · 56% test coverage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60167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Strict TS · TanStack Query · React 19 idioms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08 ·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Phase 2 — Self-Healing Loop + Execution Agents (80%)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All 9 agents built · proposal Tasks 5–14 · Layer 1 agents shipped ahead of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4132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LAYER 2 — SELF-HEALING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5 · Shared memory + agent messaging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Postgres + pgvector · typed DTOs between activities · token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6 · Sentinel agent — fault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6207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Multi-source (Sentry · Datadog · PagerDuty · GitHub)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6 · Severity scoring + admin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6499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60s fingerprint dedupe · project-aware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7 · Pathfinder agent — codegraph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6791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Neo4j dependency graph · counterfactual root-cause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1480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7 · DoWhy causal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7083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Python FastAPI sidecar · ranked hypotheses with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177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8 · Synthesiser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737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LLM-guided patch synthesis · structured-output retries · agent delegation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9 · Validator agent — Docker sandbox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7667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`docker run --rm --network=none` · property-based tests via Hypothesis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2356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9 · Approval queue +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7959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Severity-routed · countdown timer · auto-merge thresholds · kill switch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1691640"/>
            <a:ext cx="54132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Helvetica"/>
              </a:rPr>
              <a:t>LAYER 1 — EXECUTION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1031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1031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10 · Backend agent — code synthesis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23591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Minimal-diff patches · gpt-4o-mini · encrypted in 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60604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260604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11 · Data Engineer agent — schema 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286207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Migration synthesis · up + down SQL · backfill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310896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310896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12 · Architect agent — contracts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336499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System blueprint · API contract enforcement · dispatch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361188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61188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13 · QA agent — property 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386791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Hypothesis-driven test gen · defect feedback 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411480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11480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Task 14 · DevOps agent — CI/CD orchestration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437083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GitHub Actions YAML · ArgoCD app diff · rollback policy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461772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461772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End-to-end pipeline (Temporal workflow)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487375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9 activities · approval signal/timer · 26 s real-run wall-clock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44768" y="512064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512064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Real GitHub integration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537667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GitHub App · installation token mint · PR opener 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5623560"/>
            <a:ext cx="320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Helvetica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5623560"/>
            <a:ext cx="5047488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0141F"/>
                </a:solidFill>
                <a:latin typeface="Helvetica"/>
              </a:rPr>
              <a:t>Real OpenAI 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5879592"/>
            <a:ext cx="504748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gpt-4o + gpt-4o-mini · ~3,000 tokens per real recovery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09 · ◑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Phase 2 — remaining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Items left from proposal Phase 2 · planned for next 1–2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2920" cy="256032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WIP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828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Chroma Vector Store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Currently using pgvector for retrieval. Proposal calls for Chroma. Need to evaluate latency + isolation before swap.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TODO · adapter/retrieval/chroma_provider.go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1828800"/>
            <a:ext cx="502920" cy="256032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84708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WIP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28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14884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Apache Flink Streaming for Sentinel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53288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Current Sentinel runs as a 10s poll loop. Proposal calls for true streaming via Apache Flink + Statistical Process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61188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TODO · services/sentinel-flink/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251960"/>
            <a:ext cx="502920" cy="256032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WIP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5196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OpenLineage Automated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5604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Pathfinder reads the codegraph from Neo4j directly. OpenLineage lineage hooks not yet ingested into Pathfinder's prompts.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3504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TODO · openlineage producer + collector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81928" y="4251960"/>
            <a:ext cx="502920" cy="256032"/>
          </a:xfrm>
          <a:prstGeom prst="round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27024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WIP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5196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57200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Constraint-Aware Prompt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95604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Synthesiser uses raw plan + retrieval context. Pydantic schema constraints proposed but not yet attached to every prompt.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603504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TODO · agents/synthesiser/contracts.go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10 · ☐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Phase 3 — RLHF + Full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Proposal Tasks 15–16 · Phase 3 Weeks 20–21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828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RLHF Fine-Tuning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Capture every engineer approval / rejection / modification → preference pairs → DPO fine-tune of patch ranker monthly.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usecase/rlhf · adapter/llm/finetune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182880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84708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28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14884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Cross-Layer Audit + Trace Stitching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53288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End-to-end OTel trace from Sentinel webhook through Approval Gate, joined with HMAC-chained audit log for forensics.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61188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otel-span linking · trace_id on every event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25196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5196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Long-Running Workflow 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5604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Temporal heartbeat tuning · retry budgets per agent · circuit breakers for upstream LLM 429s.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3504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workflow/recovery/policy.go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81928" y="425196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27024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5196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57200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Knowledge Base Population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95604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Index customer repo snapshots + past resolutions into pgvector. Currently only synthetic fixtures are indexed.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603504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/console/knowledge · ingest job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11 · ☐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Phase 4 — Reporting, Evaluation &amp;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Proposal Tasks 17–20 · Phase 4 Weeks 22–26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828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Intelligent Reporting + Daily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Skeleton built (audit list + activity stream). Pending: daily digest email + targeted alert filter to suppress low-value pages.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cron · summary.tex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182880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84708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28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14884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Human Approval Interface — Polish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53288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Approval view ships diff + tests + plain-English summary. Pending: side-by-side test result panel + shadow-run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61188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Polish · /console/approvals · DecisionDialog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25196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5196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Fault-Injection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5604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Chaos harness with 30 fault classes (null-deref · schema-drift · OOM · race · deploy fail). Compare vs PagerDuty+human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3504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tests/chaos/ · NASA-TLX user study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81928" y="4251960"/>
            <a:ext cx="502920" cy="256032"/>
          </a:xfrm>
          <a:prstGeom prst="roundRect">
            <a:avLst/>
          </a:prstGeom>
          <a:solidFill>
            <a:srgbClr val="9CA3A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270248"/>
            <a:ext cx="50292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5196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JetBrains Mono"/>
              </a:rPr>
              <a:t>TASK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572000"/>
            <a:ext cx="513892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0141F"/>
                </a:solidFill>
                <a:latin typeface="Helvetica"/>
              </a:rPr>
              <a:t>Final Submission Bundle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956048"/>
            <a:ext cx="5138928" cy="1051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Thesis chapters 3-5 · defense slides · live demo recording · GitHub repo · production deploy on AWS (Terraform ready).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6035040"/>
            <a:ext cx="513892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E40AF"/>
                </a:solidFill>
                <a:latin typeface="JetBrains Mono"/>
              </a:rPr>
              <a:t>Plan · thesis/ · v1.0 tag · launch-day runbook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12 · AGENT EXAMPLES — LAYER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Detection · Diagnosis · Synthesis ·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Real payloads from activity_events table (2026-05-14 runs)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56232"/>
            <a:ext cx="457200" cy="237744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45902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30552"/>
            <a:ext cx="459028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Streaming poller (no 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8880"/>
            <a:ext cx="4636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Sentry webhook · `issue.created`
fingerprint=ab12c4 severity=fatal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9864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98648"/>
            <a:ext cx="463600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{
  "source": "sentry",
  "title": "NullPointerException",
  "severity": "high",
  "fingerprint": "ab12c4",
  "output_summary": "1 fatal incident ingested"
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69164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1856232"/>
            <a:ext cx="457200" cy="237744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87452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1828800"/>
            <a:ext cx="45902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Pathfinder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130552"/>
            <a:ext cx="459028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 · Neo4j codegraph + DoWhy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46888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468880"/>
            <a:ext cx="4636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IncidentDetected + Neo4j caller-chain
+ 5-min event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289864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898648"/>
            <a:ext cx="463600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{
  "symbol": "handler/foo.go:42",
  "cause": "null total_amount",
  "confidence": 0.91,
  "output_summary": "root-cause: null-pointer\nat handler/foo.go:42"
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279392"/>
            <a:ext cx="457200" cy="237744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9768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251960"/>
            <a:ext cx="45902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Synthesiser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553712"/>
            <a:ext cx="459028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gpt-4o-mini · classifier + 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892040"/>
            <a:ext cx="4636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RootCauseHypothesis + contract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2180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321808"/>
            <a:ext cx="463600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{
  "scenario": "null-deref",
  "fleet": ["backend","qa","devops"],
  "plan_steps": 3,
  "output_summary": "fleet=[backend,qa,devops]"
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4114800"/>
            <a:ext cx="5413248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1928" y="4279392"/>
            <a:ext cx="457200" cy="237744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429768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4251960"/>
            <a:ext cx="45902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Validator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4553712"/>
            <a:ext cx="459028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Docker sandbox · property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89204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4892040"/>
            <a:ext cx="4636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Patch + repo SHA → shadow run
(`docker run --rm --network=none`)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1928" y="532180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5321808"/>
            <a:ext cx="463600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{
  "tests_passed": 2847,
  "failures": 0,
  "coverage_pct": 92,
  "duration_ms": 7012,
  "output_summary": "all property tests green"
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13 · AGENT EXAMPLES — 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Architect · Backend · QA · DevOps · Data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Token counts + durations are real (OpenAI gpt-4o + gpt-4o-mini)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93592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56232"/>
            <a:ext cx="457200" cy="237744"/>
          </a:xfrm>
          <a:prstGeom prst="round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27706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30552"/>
            <a:ext cx="27706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 · 7807ms · 157 tok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8880"/>
            <a:ext cx="281635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RecoveryPlan + retrieval chunks (pgvector)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9864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98648"/>
            <a:ext cx="2816352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{
  "steps": [
    {"agent":"backend","scope":"single-file"},
    {"agent":"qa","target":"orders_handler"}
  ]
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691640"/>
            <a:ext cx="3593592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2272" y="1856232"/>
            <a:ext cx="457200" cy="237744"/>
          </a:xfrm>
          <a:prstGeom prst="round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87452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1828800"/>
            <a:ext cx="27706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2130552"/>
            <a:ext cx="27706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gpt-4o-mini · 6085ms · 144 tok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46888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2468880"/>
            <a:ext cx="281635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Plan step + caller-chain +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89864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2898648"/>
            <a:ext cx="2816352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Unified diff: 17 lines
--- a/handler/foo.go
+++ b/handler/foo.go
@@ ...
+if order.Total == nil { ... }
stored: patches/{run_id}/...patch.enc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1691640"/>
            <a:ext cx="3593592" cy="23317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47304" y="1856232"/>
            <a:ext cx="457200" cy="237744"/>
          </a:xfrm>
          <a:prstGeom prst="round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187452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1828800"/>
            <a:ext cx="27706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2130552"/>
            <a:ext cx="2770632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gpt-4o-mini · 4825ms · 158 tok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246888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2468880"/>
            <a:ext cx="281635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Patch + target symbol + test layout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289864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2898648"/>
            <a:ext cx="2816352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tests/orders_handler_null_test.go
  · TestOrdersNullTotal
  · TestOrdersNonNilTotal
  · TestOrdersBoundary
3 tests · 92% line coverage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160520"/>
            <a:ext cx="5413248" cy="18288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4325112"/>
            <a:ext cx="457200" cy="237744"/>
          </a:xfrm>
          <a:prstGeom prst="round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34340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297680"/>
            <a:ext cx="45902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DevOps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599432"/>
            <a:ext cx="459028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gpt-4o-mini · 6190ms · 327 tok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3776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937760"/>
            <a:ext cx="4636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Plan + existing CI/ArgoCD 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36752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367528"/>
            <a:ext cx="4636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.github/workflows/recovery.yml
+ argocd-app.yaml
+ rollback decision policy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160520"/>
            <a:ext cx="5413248" cy="18288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81928" y="4325112"/>
            <a:ext cx="457200" cy="237744"/>
          </a:xfrm>
          <a:prstGeom prst="roundRect">
            <a:avLst/>
          </a:prstGeom>
          <a:solidFill>
            <a:srgbClr val="05966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4343400"/>
            <a:ext cx="4572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4297680"/>
            <a:ext cx="45902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141F"/>
                </a:solidFill>
                <a:latin typeface="Helvetica"/>
              </a:rPr>
              <a:t>Data Engineer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4599432"/>
            <a:ext cx="459028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JetBrains Mono"/>
              </a:rPr>
              <a:t>gpt-4o · 850ms · 16 tok 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8" y="493776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1E40AF"/>
                </a:solidFill>
                <a:latin typeface="Helvetica"/>
              </a:rPr>
              <a:t>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4937760"/>
            <a:ext cx="4636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Schema drift evidence + target 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1928" y="536752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4848" y="5367528"/>
            <a:ext cx="46360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0141F"/>
                </a:solidFill>
                <a:latin typeface="JetBrains Mono"/>
              </a:rPr>
              <a:t>migrations/0042_orders_total.up.sql
+ down.sql
+ backfill plan (idempotent)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"/>
              </a:rPr>
              <a:t>14 · LIVE SYSTEM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141F"/>
                </a:solidFill>
                <a:latin typeface="Helvetica"/>
              </a:rPr>
              <a:t>Real production-shape data captured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0879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"/>
              </a:rPr>
              <a:t>One real recovery: 9 agents · 26.6 s wall-clock · 4 OpenAI calls · audit row 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"/>
              </a:rPr>
              <a:t>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1324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RECOVERY RUN · null-deref · admin@nexis.local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workflow_run_id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7968a1a5-fccc-4fe8-9177-…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517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Orders API · prod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1752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succeeded · 26.6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agents fired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8328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10 (5 L1 + 3 L2 + Sentinel + Approval)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4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activity_events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490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21 rows persisted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148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3,073 in / 727 out · gpt-4o +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80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$0.012 (4 real OpenAI calls)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JetBrains Mono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4632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JetBrains Mono"/>
              </a:rPr>
              <a:t>medium · auto-approved by admin · t+3s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541324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8288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Helvetica"/>
              </a:rPr>
              <a:t>AUTOMATED VALIDATION (45 / 45 GREEN)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28600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317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Docker services healthy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65176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6974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Auth + session checks pass (JWT, /v1/me)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017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06324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Workspace + project CRUD round-trips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38328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4290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Recovery pipeline runs end-to-end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37490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79476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Activity events ledger rows persist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11480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160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Per-agent drill-down endpoints return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448056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5262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System health probes (Postgres, Redis, Temporal, Neo4j, MinIO, CP)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48463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89204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GitHub App live · JWT auth verified vs api.github.com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521208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059669"/>
                </a:solidFill>
                <a:latin typeface="Helvetica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2578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0141F"/>
                </a:solidFill>
                <a:latin typeface="Helvetica"/>
              </a:rPr>
              <a:t>RLS · 27 policies · 23 with WITH-CHECK · cross-tenant 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